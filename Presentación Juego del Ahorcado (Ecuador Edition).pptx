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mfortaa" panose="020B0604020202020204" charset="0"/>
      <p:regular r:id="rId17"/>
      <p:bold r:id="rId18"/>
    </p:embeddedFont>
    <p:embeddedFont>
      <p:font typeface="Nunito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05375" y="504080"/>
            <a:ext cx="23812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845468" y="3171080"/>
            <a:ext cx="8501062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6C63FF"/>
                </a:solidFill>
                <a:latin typeface="Comfortaa"/>
                <a:ea typeface="Comfortaa"/>
                <a:cs typeface="Comfortaa"/>
                <a:sym typeface="Comfortaa"/>
              </a:rPr>
              <a:t>Juego del Ahorcado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881562" y="4209305"/>
            <a:ext cx="24288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9F1C"/>
                </a:solidFill>
                <a:latin typeface="Nunito"/>
                <a:ea typeface="Nunito"/>
                <a:cs typeface="Nunito"/>
                <a:sym typeface="Nunito"/>
              </a:rPr>
              <a:t>(Ecuador Edition)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948112" y="5430291"/>
            <a:ext cx="42957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D3748"/>
                </a:solidFill>
                <a:latin typeface="Nunito"/>
                <a:ea typeface="Nunito"/>
                <a:cs typeface="Nunito"/>
                <a:sym typeface="Nunito"/>
              </a:rPr>
              <a:t>Presentado por: ECUADORIAN ARTS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948112" y="5936902"/>
            <a:ext cx="42957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Estudio de desarrollo de videojuegos • Quito – Ecuador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23194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2668041"/>
            <a:ext cx="550068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ECUADORIAN ARTS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3068091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Somos un estudio de desarrollo de videojuegos creado en la ciudad de Quito. Nacimos después de la pandemia como una iniciativa individual.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4283124"/>
            <a:ext cx="523875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Actualmente, nuestro equipo está conformado por hasta </a:t>
            </a:r>
            <a:r>
              <a:rPr lang="en-US" sz="1650" b="1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10 desarrolladores</a:t>
            </a: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 apasionados, enfocados en crear experiencias digitales que resalten nuestra identidad.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48624" y="2223194"/>
            <a:ext cx="3571875" cy="181227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950862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¿Quiénes somos?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1550937"/>
            <a:ext cx="11049000" cy="381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23536BA-A5FB-4C6D-9BD0-919B01B49A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0" y="3517006"/>
            <a:ext cx="2265377" cy="23814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762000" y="1141362"/>
            <a:ext cx="5350668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Contexto de la Desarrolladora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762000" y="2246262"/>
            <a:ext cx="5095875" cy="381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62000" y="3232249"/>
            <a:ext cx="50958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El estudio surge con el objetivo principal de </a:t>
            </a:r>
            <a:r>
              <a:rPr lang="en-US" sz="1650" b="1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combinar entretenimiento, programación y cultura local</a:t>
            </a: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762000" y="4254996"/>
            <a:ext cx="509587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Creemos que los videojuegos son un medio poderoso para la educación. Por ello, nuestros juegos rescatan elementos del </a:t>
            </a:r>
            <a:r>
              <a:rPr lang="en-US" sz="1650" b="1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folklore ecuatoriano</a:t>
            </a: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 y promueven el aprendizaje de una manera divertida e interactiva.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23194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223194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6381750" y="2563266"/>
            <a:ext cx="550068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Lógica y Diversión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381750" y="2963316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El objetivo es desarrollar un videojuego interactivo utilizando el lenguaje </a:t>
            </a:r>
            <a:r>
              <a:rPr lang="en-US" sz="1650" b="1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Python</a:t>
            </a: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381750" y="3843188"/>
            <a:ext cx="5238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El jugador deberá adivinar palabras ocultas letra por letra antes de quedarse sin intentos.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381750" y="4723060"/>
            <a:ext cx="52387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Este proyecto busca reforzar la lógica de programación básica mientras el usuario aprende sobre nuestra cultura.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950862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Objetivo del Juego</a:t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571500" y="1550937"/>
            <a:ext cx="11049000" cy="381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23194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223194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/>
          <p:nvPr/>
        </p:nvSpPr>
        <p:spPr>
          <a:xfrm>
            <a:off x="952500" y="2387500"/>
            <a:ext cx="4857750" cy="1626393"/>
          </a:xfrm>
          <a:prstGeom prst="roundRect">
            <a:avLst>
              <a:gd name="adj" fmla="val 7027"/>
            </a:avLst>
          </a:prstGeom>
          <a:solidFill>
            <a:srgbClr val="F7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1666875" y="2530375"/>
            <a:ext cx="390525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Clásico Renovado:</a:t>
            </a: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 El juego del ahorcado fue elegido por ser un clásico que ofrece diversión instantánea y un reto mental accesible.</a:t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>
            <a:off x="952500" y="2387500"/>
            <a:ext cx="47625" cy="1626393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/>
          <p:nvPr/>
        </p:nvSpPr>
        <p:spPr>
          <a:xfrm>
            <a:off x="952500" y="4204394"/>
            <a:ext cx="4857750" cy="1626393"/>
          </a:xfrm>
          <a:prstGeom prst="roundRect">
            <a:avLst>
              <a:gd name="adj" fmla="val 7027"/>
            </a:avLst>
          </a:prstGeom>
          <a:solidFill>
            <a:srgbClr val="F7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1666875" y="4347269"/>
            <a:ext cx="390525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Identidad Nacional:</a:t>
            </a: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 Las palabras a adivinar no son aleatorias; pertenecen a la rica cultura y folklore ecuatoriano, añadiendo una capa educativa.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952500" y="4204394"/>
            <a:ext cx="47625" cy="1626393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38250" y="307687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38250" y="4893766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571500" y="950862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Contexto del Juego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571500" y="1550937"/>
            <a:ext cx="11049000" cy="381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98539"/>
            <a:ext cx="2547937" cy="3059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05187" y="2598539"/>
            <a:ext cx="2547937" cy="3059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2598539"/>
            <a:ext cx="2547937" cy="3059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72562" y="2598539"/>
            <a:ext cx="2547937" cy="305931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827841" y="3684389"/>
            <a:ext cx="2035254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Selección Aleatoria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876300" y="4370189"/>
            <a:ext cx="1938337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El sistema elige palabras al azar de una lista cultural predefinida.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3661529" y="3684389"/>
            <a:ext cx="2035254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Tablero Visual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3709987" y="4113014"/>
            <a:ext cx="1938337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Interfaz de texto que muestra el progreso y las partes del "ahorcado".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6495216" y="3684389"/>
            <a:ext cx="2035254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7 Intentos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543675" y="4113014"/>
            <a:ext cx="1938337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Un sistema de vidas limitado que aumenta la tensión del juego.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9328904" y="3684389"/>
            <a:ext cx="2035254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Validación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9377362" y="4113014"/>
            <a:ext cx="1938337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Control de entradas repetidas y mensajes claros de victoria o derrota.</a:t>
            </a:r>
            <a:endParaRPr/>
          </a:p>
        </p:txBody>
      </p:sp>
      <p:pic>
        <p:nvPicPr>
          <p:cNvPr id="159" name="Google Shape;159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54968" y="298906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41031" y="2989064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322343" y="2989064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179843" y="2989064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950862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Funcionalidades Principales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71500" y="1550937"/>
            <a:ext cx="11049000" cy="381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90725" y="330636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57875" y="3306365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25025" y="330636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/>
          <p:nvPr/>
        </p:nvSpPr>
        <p:spPr>
          <a:xfrm>
            <a:off x="571500" y="3544490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488632" y="3973115"/>
            <a:ext cx="348043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Descargar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571500" y="4373165"/>
            <a:ext cx="3314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Descargar el repositorio con el código fuente desde GitHub.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4355782" y="3973115"/>
            <a:ext cx="348043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Terminal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4438650" y="4373165"/>
            <a:ext cx="33147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Abrir la terminal o consola de comandos en la carpeta del proyecto.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8222932" y="3973115"/>
            <a:ext cx="3480435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Ejecutar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8305800" y="4373165"/>
            <a:ext cx="33147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Escribir el comando python ahorcado.py para iniciar.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571500" y="950862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¿Cómo ejecutar el programa?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571500" y="1550937"/>
            <a:ext cx="11049000" cy="381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571500" y="2145655"/>
            <a:ext cx="550068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Funciones Clave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6381750" y="2549128"/>
            <a:ext cx="5500687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Estructuras Lógicas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381750" y="2949178"/>
            <a:ext cx="52387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El código hace uso extensivo de: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6457950" y="3437691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•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572250" y="3436739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Bucles (While/For):</a:t>
            </a: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 Para mantener el juego activo hasta ganar o perder.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457950" y="4250888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•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6572250" y="4249935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Condicionales (If/Else):</a:t>
            </a: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 Para verificar si la letra ingresada es correcta.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6457950" y="5064085"/>
            <a:ext cx="1143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•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572250" y="5063132"/>
            <a:ext cx="5048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43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Manejo de Cadenas:</a:t>
            </a: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 Para actualizar la palabra oculta.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571500" y="2514451"/>
            <a:ext cx="5238750" cy="956071"/>
          </a:xfrm>
          <a:prstGeom prst="roundRect">
            <a:avLst>
              <a:gd name="adj" fmla="val 11955"/>
            </a:avLst>
          </a:prstGeom>
          <a:solidFill>
            <a:srgbClr val="F7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1285875" y="2657326"/>
            <a:ext cx="4286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650" b="1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obtener_palabra()</a:t>
            </a: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: Lógica para seleccionar el término a adivinar.</a:t>
            </a: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571500" y="2514451"/>
            <a:ext cx="47625" cy="956071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571500" y="3661023"/>
            <a:ext cx="5238750" cy="1291232"/>
          </a:xfrm>
          <a:prstGeom prst="roundRect">
            <a:avLst>
              <a:gd name="adj" fmla="val 8852"/>
            </a:avLst>
          </a:prstGeom>
          <a:solidFill>
            <a:srgbClr val="F7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1285875" y="3803898"/>
            <a:ext cx="428625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mostrar_tablero()</a:t>
            </a: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: Renderiza el estado actual del juego en consola.</a:t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571500" y="3661023"/>
            <a:ext cx="47625" cy="12912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571500" y="5142755"/>
            <a:ext cx="5238750" cy="956071"/>
          </a:xfrm>
          <a:prstGeom prst="roundRect">
            <a:avLst>
              <a:gd name="adj" fmla="val 11955"/>
            </a:avLst>
          </a:prstGeom>
          <a:solidFill>
            <a:srgbClr val="F7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1285875" y="5285630"/>
            <a:ext cx="42862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jugar_ahorcado()</a:t>
            </a:r>
            <a:r>
              <a:rPr lang="en-US" sz="165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: Bucle principal que controla el flujo del juego.</a:t>
            </a: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571500" y="5142755"/>
            <a:ext cx="47625" cy="956071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2873424"/>
            <a:ext cx="2000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4182814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5496966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571500" y="948183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Partes Importantes del Código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571500" y="1548258"/>
            <a:ext cx="11049000" cy="381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2095500" y="2317849"/>
            <a:ext cx="800100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FD700"/>
                </a:solidFill>
                <a:latin typeface="Comfortaa"/>
                <a:ea typeface="Comfortaa"/>
                <a:cs typeface="Comfortaa"/>
                <a:sym typeface="Comfortaa"/>
              </a:rPr>
              <a:t>¡Gracias!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2286000" y="3213199"/>
            <a:ext cx="7620000" cy="975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ECUADORIAN ARTS presenta un juego educativo que combina programación, creatividad y cultura.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2286000" y="4474071"/>
            <a:ext cx="7620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D700"/>
                </a:solidFill>
                <a:latin typeface="Nunito"/>
                <a:ea typeface="Nunito"/>
                <a:cs typeface="Nunito"/>
                <a:sym typeface="Nunito"/>
              </a:rPr>
              <a:t>¿Preguntas?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/>
          <p:nvPr/>
        </p:nvSpPr>
        <p:spPr>
          <a:xfrm>
            <a:off x="571500" y="167967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571500" y="246444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571500" y="324921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571500" y="4033986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571500" y="481875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571500" y="245491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571500" y="2454919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571500" y="32396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571500" y="323969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71500" y="402446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571500" y="402446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571500" y="480923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571500" y="480923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571500" y="55940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571500" y="559400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2909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2"/>
          <p:cNvSpPr txBox="1"/>
          <p:nvPr/>
        </p:nvSpPr>
        <p:spPr>
          <a:xfrm>
            <a:off x="1666875" y="182254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https://www.melissaanddoug.com/cdn/shop/products/Flip-to-Win-Hangman-002095-1-Pieces-Out.jpg?v=1670014644&amp;width=750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1666875" y="206826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Nunito"/>
                <a:ea typeface="Nunito"/>
                <a:cs typeface="Nunito"/>
                <a:sym typeface="Nunito"/>
              </a:rPr>
              <a:t>www.melissaanddoug.com</a:t>
            </a:r>
            <a:endParaRPr/>
          </a:p>
        </p:txBody>
      </p:sp>
      <p:pic>
        <p:nvPicPr>
          <p:cNvPr id="241" name="Google Shape;24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61386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1666875" y="2607319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https://design-milk.com/images/2022/06/King-Gaming-Company-Studio-Stockholm-Marset-1.jpg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1666875" y="285303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Nunito"/>
                <a:ea typeface="Nunito"/>
                <a:cs typeface="Nunito"/>
                <a:sym typeface="Nunito"/>
              </a:rPr>
              <a:t>design-milk.com</a:t>
            </a:r>
            <a:endParaRPr/>
          </a:p>
        </p:txBody>
      </p:sp>
      <p:pic>
        <p:nvPicPr>
          <p:cNvPr id="244" name="Google Shape;24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39863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 txBox="1"/>
          <p:nvPr/>
        </p:nvSpPr>
        <p:spPr>
          <a:xfrm>
            <a:off x="1666875" y="339209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https://i.etsystatic.com/51892067/r/il/e94d9f/6150568694/il_570xN.6150568694_w6gf.jpg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1666875" y="363780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Nunito"/>
                <a:ea typeface="Nunito"/>
                <a:cs typeface="Nunito"/>
                <a:sym typeface="Nunito"/>
              </a:rPr>
              <a:t>www.etsy.com</a:t>
            </a:r>
            <a:endParaRPr/>
          </a:p>
        </p:txBody>
      </p:sp>
      <p:pic>
        <p:nvPicPr>
          <p:cNvPr id="247" name="Google Shape;247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18340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2"/>
          <p:cNvSpPr txBox="1"/>
          <p:nvPr/>
        </p:nvSpPr>
        <p:spPr>
          <a:xfrm>
            <a:off x="1666875" y="417686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https://images.squarespace-cdn.com/content/v1/683f14b8a3f7d209c4d155ad/1749829880134-RAFJMVYUDI27A1F2L9J7/unsplash-image-ieic5Tq8YMk.jpg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1666875" y="442257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Nunito"/>
                <a:ea typeface="Nunito"/>
                <a:cs typeface="Nunito"/>
                <a:sym typeface="Nunito"/>
              </a:rPr>
              <a:t>www.valormill.dev</a:t>
            </a:r>
            <a:endParaRPr/>
          </a:p>
        </p:txBody>
      </p:sp>
      <p:pic>
        <p:nvPicPr>
          <p:cNvPr id="250" name="Google Shape;250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9681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1666875" y="496163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https://www.wikihow.com/images/thumb/d/da/Play-Hangman-Step-6-Version-4.jpg/v4-460px-Play-Hangman-Step-6-Version-4.jpg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1666875" y="520734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Nunito"/>
                <a:ea typeface="Nunito"/>
                <a:cs typeface="Nunito"/>
                <a:sym typeface="Nunito"/>
              </a:rPr>
              <a:t>www.wikihow.com</a:t>
            </a:r>
            <a:endParaRPr/>
          </a:p>
        </p:txBody>
      </p:sp>
      <p:pic>
        <p:nvPicPr>
          <p:cNvPr id="253" name="Google Shape;253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85207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2"/>
          <p:cNvSpPr txBox="1"/>
          <p:nvPr/>
        </p:nvSpPr>
        <p:spPr>
          <a:xfrm>
            <a:off x="1666875" y="5746402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https://media.istockphoto.com/id/2171674411/video/8bit-game-style-confetti-falling-animation.jpg?s=640x640&amp;k=20&amp;c=E3phriwx3BonDnH6Ve9Hr-4NwBKP-Zst6syMdoEjT3g=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1666875" y="619020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Nunito"/>
                <a:ea typeface="Nunito"/>
                <a:cs typeface="Nunito"/>
                <a:sym typeface="Nuni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Nunito"/>
                <a:ea typeface="Nunito"/>
                <a:cs typeface="Nunito"/>
                <a:sym typeface="Nunito"/>
              </a:rPr>
              <a:t>www.istockphoto.com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571500" y="660499"/>
            <a:ext cx="116014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3748"/>
                </a:solidFill>
                <a:latin typeface="Comfortaa"/>
                <a:ea typeface="Comfortaa"/>
                <a:cs typeface="Comfortaa"/>
                <a:sym typeface="Comfortaa"/>
              </a:rPr>
              <a:t>Image Sources</a:t>
            </a:r>
            <a:endParaRPr/>
          </a:p>
        </p:txBody>
      </p:sp>
      <p:sp>
        <p:nvSpPr>
          <p:cNvPr id="257" name="Google Shape;257;p22"/>
          <p:cNvSpPr/>
          <p:nvPr/>
        </p:nvSpPr>
        <p:spPr>
          <a:xfrm>
            <a:off x="571500" y="1260574"/>
            <a:ext cx="11049000" cy="3810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623</Words>
  <Application>Microsoft Office PowerPoint</Application>
  <PresentationFormat>Panorámica</PresentationFormat>
  <Paragraphs>64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Nunito</vt:lpstr>
      <vt:lpstr>Calibri</vt:lpstr>
      <vt:lpstr>Comfortaa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cp:lastModifiedBy>ORQUERA ASNALEMA DARWIN ISAAC</cp:lastModifiedBy>
  <cp:revision>1</cp:revision>
  <dcterms:modified xsi:type="dcterms:W3CDTF">2025-12-14T22:02:02Z</dcterms:modified>
</cp:coreProperties>
</file>